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ML-Raman Classification of Chromonic Liquid Crystals on Different Substrates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Yellow (SSY) on PDMS, Gr-PDMS, SiO₂/Si and Gr-SiO₂/Si · 80 Raman spectra (20/class) · λ = 473 nm · Python (scikit-learn)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did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66544" cy="1325880"/>
          </a:xfrm>
          <a:prstGeom prst="roundRect">
            <a:avLst>
              <a:gd name="adj" fmla="val 551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47672"/>
            <a:ext cx="365760" cy="36576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476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spectra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048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spectra, 450–1800 cm⁻¹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2578608" y="2395728"/>
            <a:ext cx="118872" cy="182880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828800"/>
            <a:ext cx="2066544" cy="1325880"/>
          </a:xfrm>
          <a:prstGeom prst="roundRect">
            <a:avLst>
              <a:gd name="adj" fmla="val 551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1947672"/>
            <a:ext cx="365760" cy="36576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9504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46704" y="19476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4048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Savitzky–Golay smoothing, scaling on training folds only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73752" y="2395728"/>
            <a:ext cx="118872" cy="182880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1828800"/>
            <a:ext cx="2066544" cy="1325880"/>
          </a:xfrm>
          <a:prstGeom prst="roundRect">
            <a:avLst>
              <a:gd name="adj" fmla="val 551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84648" y="1947672"/>
            <a:ext cx="365760" cy="36576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8464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41848" y="19476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selection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84648" y="24048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1000–2200 variables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68896" y="2395728"/>
            <a:ext cx="118872" cy="182880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2632" y="1828800"/>
            <a:ext cx="2066544" cy="1325880"/>
          </a:xfrm>
          <a:prstGeom prst="roundRect">
            <a:avLst>
              <a:gd name="adj" fmla="val 551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1947672"/>
            <a:ext cx="365760" cy="36576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9792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36992" y="19476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24048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PLS-DA and SVM-RBF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64040" y="2395728"/>
            <a:ext cx="118872" cy="182880"/>
          </a:xfrm>
          <a:prstGeom prst="triangl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7776" y="1828800"/>
            <a:ext cx="2066544" cy="1325880"/>
          </a:xfrm>
          <a:prstGeom prst="roundRect">
            <a:avLst>
              <a:gd name="adj" fmla="val 5517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4936" y="1947672"/>
            <a:ext cx="365760" cy="365760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74936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232136" y="19476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74936" y="24048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CV, external test, permutation test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47.5%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645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accuracy (both models): spectra overlap strongly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19272" y="3886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02152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40" name="Text 38"/>
          <p:cNvSpPr txBox="1"/>
          <p:nvPr/>
        </p:nvSpPr>
        <p:spPr>
          <a:xfrm>
            <a:off x="3502152" y="4645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PDMS vs SiO₂/Si, mixed external test (SVM-RBF)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81344" y="3886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64224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4645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Binary, graphene-only external test (PLS-DA)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043416" y="3886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FE0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26296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0.001</a:t>
            </a:r>
            <a:endParaRPr lang="en-US" sz="3400" dirty="0"/>
          </a:p>
        </p:txBody>
      </p:sp>
      <p:sp>
        <p:nvSpPr>
          <p:cNvPr id="46" name="Text 44"/>
          <p:cNvSpPr txBox="1"/>
          <p:nvPr/>
        </p:nvSpPr>
        <p:spPr>
          <a:xfrm>
            <a:off x="9226296" y="4645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(999): signal is real, not chance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55321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6F6"/>
          </a:solidFill>
          <a:ln w="12700">
            <a:solidFill>
              <a:srgbClr val="EEF6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5596128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350" dirty="0">
                <a:solidFill>
                  <a:srgbClr val="1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reveals substrate- and graphene-dependent self-organisation of SSY that is invisible by eye. The main discriminating axis is the substrate (PDMS vs SiO₂/Si), and the best classifier depends on the samples: SVM-RBF for mixed sets, PLS-DA for graphene-coated sets.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2026-09-29T19:45:08Z</dcterms:created>
  <dcterms:modified xsi:type="dcterms:W3CDTF">2026-09-29T19:45:08Z</dcterms:modified>
</cp:coreProperties>
</file>