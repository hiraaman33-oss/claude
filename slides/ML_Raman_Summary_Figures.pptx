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ML-Raman Classification of Chromonic Liquid Crystals on Different Substrates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Yellow (SSY) on PDMS, Gr-PDMS, SiO₂/Si and Gr-SiO₂/Si · 80 Raman spectra (20/class) · λ = 473 nm · Python (scikit-learn)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ctr" indent="0" marL="0">
              <a:buNone/>
            </a:pPr>
            <a:r>
              <a:rPr lang="en-US" sz="105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spectra 450–1800 cm⁻¹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 rot="5400000">
            <a:off x="2615184" y="1316736"/>
            <a:ext cx="91440" cy="128016"/>
          </a:xfrm>
          <a:prstGeom prst="triangl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6060" y="11887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5750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ctr" indent="0" marL="0">
              <a:buNone/>
            </a:pPr>
            <a:r>
              <a:rPr lang="en-US" sz="105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Savitzky–Golay + scaling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rot="5400000">
            <a:off x="4832604" y="1316736"/>
            <a:ext cx="91440" cy="128016"/>
          </a:xfrm>
          <a:prstGeom prst="triangl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18872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1188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ctr" indent="0" marL="0">
              <a:buNone/>
            </a:pPr>
            <a:r>
              <a:rPr lang="en-US" sz="105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feature selection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5400000">
            <a:off x="6912864" y="1316736"/>
            <a:ext cx="91440" cy="128016"/>
          </a:xfrm>
          <a:prstGeom prst="triangl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63740" y="118872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55180" y="1188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ctr" indent="0" marL="0">
              <a:buNone/>
            </a:pPr>
            <a:r>
              <a:rPr lang="en-US" sz="105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PLS-DA &amp; SVM-RBF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8901684" y="1316736"/>
            <a:ext cx="91440" cy="128016"/>
          </a:xfrm>
          <a:prstGeom prst="triangl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1188720"/>
            <a:ext cx="2679192" cy="384048"/>
          </a:xfrm>
          <a:prstGeom prst="roundRect">
            <a:avLst>
              <a:gd name="adj" fmla="val 19048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0" y="118872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ctr" indent="0" marL="0">
              <a:buNone/>
            </a:pPr>
            <a:r>
              <a:rPr lang="en-US" sz="105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· external · permutation test</a:t>
            </a:r>
            <a:endParaRPr lang="en-US" sz="1050" dirty="0"/>
          </a:p>
        </p:txBody>
      </p:sp>
      <p:pic>
        <p:nvPicPr>
          <p:cNvPr id="18" name="Image 0" descr="/tmp/claude-0/z/ppt/media/imag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3236976" cy="25603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57200" y="43891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 spectra: visually indistinguishable</a:t>
            </a:r>
            <a:endParaRPr lang="en-US" sz="1050" dirty="0"/>
          </a:p>
        </p:txBody>
      </p:sp>
      <p:pic>
        <p:nvPicPr>
          <p:cNvPr id="20" name="Image 1" descr="/tmp/claude-0/z/ppt/media/image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04" y="1783080"/>
            <a:ext cx="4791456" cy="2560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032504" y="43891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confusion matrices: PLS-DA (A), SVM-RBF (B)</a:t>
            </a:r>
            <a:endParaRPr lang="en-US" sz="1050" dirty="0"/>
          </a:p>
        </p:txBody>
      </p:sp>
      <p:pic>
        <p:nvPicPr>
          <p:cNvPr id="22" name="Image 2" descr="/tmp/claude-0/z/ppt/media/image2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1783080"/>
            <a:ext cx="2569464" cy="2560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62288" y="4389120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PLS-DA 3D scores: PDMS vs SiO₂/Si split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57200" y="4846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FE0E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94360" y="4873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47.5%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594360" y="53309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CV accuracy (both models)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331159" y="4846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FE0E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3468319" y="4873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3468319" y="53309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Binary, mixed external test (SVM)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205118" y="4846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FE0E1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342278" y="4873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400" dirty="0"/>
          </a:p>
        </p:txBody>
      </p:sp>
      <p:sp>
        <p:nvSpPr>
          <p:cNvPr id="32" name="Text 27"/>
          <p:cNvSpPr txBox="1"/>
          <p:nvPr/>
        </p:nvSpPr>
        <p:spPr>
          <a:xfrm>
            <a:off x="6342278" y="53309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Graphene-only external test (PLS-DA)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9079078" y="4846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FE0E1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216238" y="4873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0.001</a:t>
            </a:r>
            <a:endParaRPr lang="en-US" sz="2400" dirty="0"/>
          </a:p>
        </p:txBody>
      </p:sp>
      <p:sp>
        <p:nvSpPr>
          <p:cNvPr id="35" name="Text 30"/>
          <p:cNvSpPr txBox="1"/>
          <p:nvPr/>
        </p:nvSpPr>
        <p:spPr>
          <a:xfrm>
            <a:off x="9216238" y="53309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 (999 permutations)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457200" y="589788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40080" y="5925312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buNone/>
            </a:pPr>
            <a:r>
              <a:rPr lang="en-US" sz="125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reveals substrate- and graphene-dependent SSY self-organisation invisible by eye. The main discriminating axis is the substrate (PDMS vs SiO₂/Si); SVM-RBF suits mixed sets, PLS-DA graphene-coated sets.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2026-09-29T19:47:05Z</dcterms:created>
  <dcterms:modified xsi:type="dcterms:W3CDTF">2026-09-29T19:47:05Z</dcterms:modified>
</cp:coreProperties>
</file>