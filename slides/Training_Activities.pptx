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Activities: Mini-courses, Seminars &amp; Conferences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Programme in Information Engineering – 39th Cycle · DIIES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27632"/>
            <a:ext cx="411480" cy="411480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Mini-courses (8 h each)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76272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Machine Learning for Data Analysis on Low Computational Capacity Devices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Merenda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Trustworthiness in Federated Learning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Fisichella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Lax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Management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Romano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Quantum Mechanics and Applications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Profs. Messina and Faggio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5074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5230368"/>
            <a:ext cx="411480" cy="411480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230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7332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NanoInnovation 2026 · Rome · 14–18 Sept 2026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presentation: "Machine Learning Raman Classification of Chromonic Liquid Crystal Self-Organisation on Different Substrates"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411480" cy="411480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463040"/>
            <a:ext cx="6428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Seminars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011680"/>
          <a:ext cx="6976872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2404872"/>
                <a:gridCol w="685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Results for Electromagnetic Design and Retrieval Problems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Prof. Mats Gustafsson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and Automated Mobility (MOST Spoke 6 dissemination activities)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Segata, I. Turcanu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 Affecting the Port Times of Container 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Resonances in Geometrically Finite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Carsten Peterson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 Solutions for Cooperative, Connected and Automated Mobility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Profs. C. Campolo, A. Bazzi, S. Sargento; Drs F. Brasca, G. Landi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Twins and Deep Learning: Advancing Infrastructure Sustainability and Resilience through Remote Sensing and Computer 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Surya Sarat Chandra Congress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2026-09-29T18:42:11Z</dcterms:created>
  <dcterms:modified xsi:type="dcterms:W3CDTF">2026-09-29T18:42:11Z</dcterms:modified>
</cp:coreProperties>
</file>